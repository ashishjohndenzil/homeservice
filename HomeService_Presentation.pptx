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60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5" r:id="rId14"/>
    <p:sldId id="276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55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7068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460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8396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467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496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176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8669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1201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136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8757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33781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4274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51389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4501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2435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775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25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02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Home Service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Booking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0E3B2"/>
                </a:solidFill>
              </a:rPr>
              <a:t>Book Home Maintenance Professionals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</a:rPr>
              <a:t>Presented by: Ashish John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371599"/>
            <a:ext cx="6172200" cy="594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A Home Service Booking System is a digital platform that enables users to book household services online in an easy and efficient way. It connects customers with skilled service providers such as electricians, plumbers, cleaners, and technicians.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>
              <a:buSzPct val="100000"/>
            </a:pPr>
            <a:endParaRPr lang="en-US" sz="2000" dirty="0">
              <a:solidFill>
                <a:srgbClr val="363636"/>
              </a:solidFill>
            </a:endParaRPr>
          </a:p>
          <a:p>
            <a:pPr>
              <a:buSzPct val="100000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Eliminates manual searching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Provides convenience and accessibility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Available anytime and anywhere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599"/>
            <a:ext cx="6544491" cy="515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The main objective of this system is to simplify and modernize the process of booking home services.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buSzPct val="100000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Provide an easy-to-use interface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Ensure reliable and quality services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Save time and effort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Improve user satisfaction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User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599"/>
            <a:ext cx="6335486" cy="600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The user module allows customers to interact with the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system and book services easily.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Register and login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Browse services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Book services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View booking history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Admin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599"/>
            <a:ext cx="5924006" cy="9601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The admin module controls the entire system and ensures smooth operation.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Manage users and providers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Add/update/delete services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Monitor bookings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Generate reports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 Service Provider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This module allows service providers to manage their tasks and availability.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Accept or reject bookings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Update availability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Manage profile and services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View assigned jobs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The system includes various features that enhance usability and efficiency.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User-friendly interface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Secure authentication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Real-time booking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Online payment integration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Ratings and reviews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 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The system uses a relational database to store and manage data efficiently.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>
              <a:buSzPct val="100000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Users Table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Services Table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Bookings Table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Payments Table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Maintains relationships between data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 Technologies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The system is developed using modern web technologies.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Frontend: HTML, CSS, JavaScript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Backend: PHP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Database: MySQL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Screenshots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62B655-B850-414A-2678-768A88119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02" y="2944446"/>
            <a:ext cx="4232995" cy="19846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3CE582-D181-6A02-F082-EE6A75E43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403" y="663019"/>
            <a:ext cx="4160362" cy="20801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Screenshots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3F7E35-833F-DFC0-9302-D0EEBD19F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162" y="241663"/>
            <a:ext cx="3973555" cy="22598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B1CBEB-84C6-1F79-7CB4-52E8EBB70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58" y="2581406"/>
            <a:ext cx="4715181" cy="23204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 Advantages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This system provides multiple benefits to users and service providers.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>
              <a:buSzPct val="100000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Saves time and effort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Easy access to services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Reliable and secure system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Transparent pricing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666666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The system successfully simplifies home service booking.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63636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Improves user convenience and satisfaction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Provides a scalable and efficient online solution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1C40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330</Words>
  <Application>Microsoft Office PowerPoint</Application>
  <PresentationFormat>On-screen Show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Ashish John Denzil</cp:lastModifiedBy>
  <cp:revision>14</cp:revision>
  <dcterms:created xsi:type="dcterms:W3CDTF">2026-03-23T05:00:03Z</dcterms:created>
  <dcterms:modified xsi:type="dcterms:W3CDTF">2026-03-23T11:20:53Z</dcterms:modified>
</cp:coreProperties>
</file>